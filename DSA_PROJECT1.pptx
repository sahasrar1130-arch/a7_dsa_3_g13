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BBAF15-A837-4325-805E-502D625F55FE}" v="4" dt="2026-08-08T17:15:13.7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sahasra" userId="6e6119b568557d74" providerId="LiveId" clId="{E1E3FAEC-68FC-425C-8392-655359A21CBE}"/>
    <pc:docChg chg="addSld delSld modSld">
      <pc:chgData name="r sahasra" userId="6e6119b568557d74" providerId="LiveId" clId="{E1E3FAEC-68FC-425C-8392-655359A21CBE}" dt="2026-08-08T17:15:31.218" v="33" actId="2696"/>
      <pc:docMkLst>
        <pc:docMk/>
      </pc:docMkLst>
      <pc:sldChg chg="addSp delSp modSp mod">
        <pc:chgData name="r sahasra" userId="6e6119b568557d74" providerId="LiveId" clId="{E1E3FAEC-68FC-425C-8392-655359A21CBE}" dt="2026-08-08T16:29:43.801" v="4" actId="22"/>
        <pc:sldMkLst>
          <pc:docMk/>
          <pc:sldMk cId="2261564355" sldId="256"/>
        </pc:sldMkLst>
        <pc:spChg chg="add del mod">
          <ac:chgData name="r sahasra" userId="6e6119b568557d74" providerId="LiveId" clId="{E1E3FAEC-68FC-425C-8392-655359A21CBE}" dt="2026-08-08T16:29:42.955" v="3"/>
          <ac:spMkLst>
            <pc:docMk/>
            <pc:sldMk cId="2261564355" sldId="256"/>
            <ac:spMk id="4" creationId="{4F1DD8A3-7D93-7101-A993-81E4C7E29221}"/>
          </ac:spMkLst>
        </pc:spChg>
        <pc:picChg chg="add">
          <ac:chgData name="r sahasra" userId="6e6119b568557d74" providerId="LiveId" clId="{E1E3FAEC-68FC-425C-8392-655359A21CBE}" dt="2026-08-08T16:29:43.801" v="4" actId="22"/>
          <ac:picMkLst>
            <pc:docMk/>
            <pc:sldMk cId="2261564355" sldId="256"/>
            <ac:picMk id="6" creationId="{DE9ED0F4-FCEE-E054-C8AD-6F4BC4698712}"/>
          </ac:picMkLst>
        </pc:picChg>
      </pc:sldChg>
      <pc:sldChg chg="addSp modSp mod">
        <pc:chgData name="r sahasra" userId="6e6119b568557d74" providerId="LiveId" clId="{E1E3FAEC-68FC-425C-8392-655359A21CBE}" dt="2026-08-08T16:53:39.434" v="9" actId="1035"/>
        <pc:sldMkLst>
          <pc:docMk/>
          <pc:sldMk cId="764151437" sldId="257"/>
        </pc:sldMkLst>
        <pc:picChg chg="add mod">
          <ac:chgData name="r sahasra" userId="6e6119b568557d74" providerId="LiveId" clId="{E1E3FAEC-68FC-425C-8392-655359A21CBE}" dt="2026-08-08T16:53:39.434" v="9" actId="1035"/>
          <ac:picMkLst>
            <pc:docMk/>
            <pc:sldMk cId="764151437" sldId="257"/>
            <ac:picMk id="5" creationId="{C67318DC-6235-9450-2E09-480A12D83EF2}"/>
          </ac:picMkLst>
        </pc:picChg>
      </pc:sldChg>
      <pc:sldChg chg="addSp modSp mod">
        <pc:chgData name="r sahasra" userId="6e6119b568557d74" providerId="LiveId" clId="{E1E3FAEC-68FC-425C-8392-655359A21CBE}" dt="2026-08-08T16:32:25.501" v="6" actId="1036"/>
        <pc:sldMkLst>
          <pc:docMk/>
          <pc:sldMk cId="355662712" sldId="258"/>
        </pc:sldMkLst>
        <pc:picChg chg="add mod">
          <ac:chgData name="r sahasra" userId="6e6119b568557d74" providerId="LiveId" clId="{E1E3FAEC-68FC-425C-8392-655359A21CBE}" dt="2026-08-08T16:32:25.501" v="6" actId="1036"/>
          <ac:picMkLst>
            <pc:docMk/>
            <pc:sldMk cId="355662712" sldId="258"/>
            <ac:picMk id="5" creationId="{E5F5EC09-5D92-8E2E-7402-9EBA3E58438A}"/>
          </ac:picMkLst>
        </pc:picChg>
      </pc:sldChg>
      <pc:sldChg chg="addSp mod">
        <pc:chgData name="r sahasra" userId="6e6119b568557d74" providerId="LiveId" clId="{E1E3FAEC-68FC-425C-8392-655359A21CBE}" dt="2026-08-08T16:53:42.554" v="10" actId="22"/>
        <pc:sldMkLst>
          <pc:docMk/>
          <pc:sldMk cId="191989964" sldId="259"/>
        </pc:sldMkLst>
        <pc:picChg chg="add">
          <ac:chgData name="r sahasra" userId="6e6119b568557d74" providerId="LiveId" clId="{E1E3FAEC-68FC-425C-8392-655359A21CBE}" dt="2026-08-08T16:53:42.554" v="10" actId="22"/>
          <ac:picMkLst>
            <pc:docMk/>
            <pc:sldMk cId="191989964" sldId="259"/>
            <ac:picMk id="5" creationId="{B74BE9E0-84C3-1780-7CE2-5479E0571CCE}"/>
          </ac:picMkLst>
        </pc:picChg>
      </pc:sldChg>
      <pc:sldChg chg="addSp mod">
        <pc:chgData name="r sahasra" userId="6e6119b568557d74" providerId="LiveId" clId="{E1E3FAEC-68FC-425C-8392-655359A21CBE}" dt="2026-08-08T16:56:47.965" v="11" actId="22"/>
        <pc:sldMkLst>
          <pc:docMk/>
          <pc:sldMk cId="2936727382" sldId="260"/>
        </pc:sldMkLst>
        <pc:picChg chg="add">
          <ac:chgData name="r sahasra" userId="6e6119b568557d74" providerId="LiveId" clId="{E1E3FAEC-68FC-425C-8392-655359A21CBE}" dt="2026-08-08T16:56:47.965" v="11" actId="22"/>
          <ac:picMkLst>
            <pc:docMk/>
            <pc:sldMk cId="2936727382" sldId="260"/>
            <ac:picMk id="5" creationId="{53CC1950-49C4-8853-8ADC-75E776E97ED5}"/>
          </ac:picMkLst>
        </pc:picChg>
      </pc:sldChg>
      <pc:sldChg chg="modSp del mod">
        <pc:chgData name="r sahasra" userId="6e6119b568557d74" providerId="LiveId" clId="{E1E3FAEC-68FC-425C-8392-655359A21CBE}" dt="2026-08-08T17:15:31.218" v="33" actId="2696"/>
        <pc:sldMkLst>
          <pc:docMk/>
          <pc:sldMk cId="1910786242" sldId="261"/>
        </pc:sldMkLst>
        <pc:spChg chg="mod">
          <ac:chgData name="r sahasra" userId="6e6119b568557d74" providerId="LiveId" clId="{E1E3FAEC-68FC-425C-8392-655359A21CBE}" dt="2026-08-02T17:28:58.089" v="0" actId="1076"/>
          <ac:spMkLst>
            <pc:docMk/>
            <pc:sldMk cId="1910786242" sldId="261"/>
            <ac:spMk id="2" creationId="{F1F98947-E52C-5ED0-2147-5F91B8ECCCEC}"/>
          </ac:spMkLst>
        </pc:spChg>
      </pc:sldChg>
      <pc:sldChg chg="addSp modSp mod">
        <pc:chgData name="r sahasra" userId="6e6119b568557d74" providerId="LiveId" clId="{E1E3FAEC-68FC-425C-8392-655359A21CBE}" dt="2026-08-08T17:11:49.734" v="16" actId="14100"/>
        <pc:sldMkLst>
          <pc:docMk/>
          <pc:sldMk cId="3356693701" sldId="262"/>
        </pc:sldMkLst>
        <pc:picChg chg="add mod">
          <ac:chgData name="r sahasra" userId="6e6119b568557d74" providerId="LiveId" clId="{E1E3FAEC-68FC-425C-8392-655359A21CBE}" dt="2026-08-08T17:11:49.734" v="16" actId="14100"/>
          <ac:picMkLst>
            <pc:docMk/>
            <pc:sldMk cId="3356693701" sldId="262"/>
            <ac:picMk id="5" creationId="{111F7E69-1318-CF55-14F4-AA9C2C62100D}"/>
          </ac:picMkLst>
        </pc:picChg>
      </pc:sldChg>
      <pc:sldChg chg="addSp delSp modSp new mod">
        <pc:chgData name="r sahasra" userId="6e6119b568557d74" providerId="LiveId" clId="{E1E3FAEC-68FC-425C-8392-655359A21CBE}" dt="2026-08-08T17:15:14.750" v="32"/>
        <pc:sldMkLst>
          <pc:docMk/>
          <pc:sldMk cId="1832956490" sldId="263"/>
        </pc:sldMkLst>
        <pc:spChg chg="add mod">
          <ac:chgData name="r sahasra" userId="6e6119b568557d74" providerId="LiveId" clId="{E1E3FAEC-68FC-425C-8392-655359A21CBE}" dt="2026-08-08T17:14:25.519" v="22" actId="1076"/>
          <ac:spMkLst>
            <pc:docMk/>
            <pc:sldMk cId="1832956490" sldId="263"/>
            <ac:spMk id="7" creationId="{551986EE-ABCE-634B-C92B-B8DCE91E776B}"/>
          </ac:spMkLst>
        </pc:spChg>
        <pc:spChg chg="add mod">
          <ac:chgData name="r sahasra" userId="6e6119b568557d74" providerId="LiveId" clId="{E1E3FAEC-68FC-425C-8392-655359A21CBE}" dt="2026-08-08T17:15:01.942" v="29" actId="1076"/>
          <ac:spMkLst>
            <pc:docMk/>
            <pc:sldMk cId="1832956490" sldId="263"/>
            <ac:spMk id="9" creationId="{A42EB5DF-B8CC-0A86-2636-DB1215007181}"/>
          </ac:spMkLst>
        </pc:spChg>
        <pc:spChg chg="add del mod">
          <ac:chgData name="r sahasra" userId="6e6119b568557d74" providerId="LiveId" clId="{E1E3FAEC-68FC-425C-8392-655359A21CBE}" dt="2026-08-08T17:15:14.750" v="32"/>
          <ac:spMkLst>
            <pc:docMk/>
            <pc:sldMk cId="1832956490" sldId="263"/>
            <ac:spMk id="10" creationId="{ADE1493F-A624-D184-650A-8175B0D6FFC4}"/>
          </ac:spMkLst>
        </pc:spChg>
        <pc:picChg chg="add">
          <ac:chgData name="r sahasra" userId="6e6119b568557d74" providerId="LiveId" clId="{E1E3FAEC-68FC-425C-8392-655359A21CBE}" dt="2026-08-08T17:13:51.502" v="18" actId="22"/>
          <ac:picMkLst>
            <pc:docMk/>
            <pc:sldMk cId="1832956490" sldId="263"/>
            <ac:picMk id="5" creationId="{024491AE-F767-7D2A-F294-37D670C5F7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4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8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38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78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847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27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4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29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25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95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274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62058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33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188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973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893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331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444CD6D-D9EC-4D79-B253-D7528615AE8F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A217-1A33-487C-8FAC-9A1E5D6781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7073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F0C9-3239-8A29-B1A1-ABE2E60A1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42" y="698091"/>
            <a:ext cx="11523405" cy="2730910"/>
          </a:xfrm>
        </p:spPr>
        <p:txBody>
          <a:bodyPr/>
          <a:lstStyle/>
          <a:p>
            <a:r>
              <a:rPr lang="en-IN" sz="4400" b="1" dirty="0"/>
              <a:t>Title:</a:t>
            </a:r>
            <a:br>
              <a:rPr lang="en-IN" sz="4400" b="1" dirty="0"/>
            </a:br>
            <a:r>
              <a:rPr lang="en-IN" sz="4400" b="1" dirty="0"/>
              <a:t>Near-Duplicate Document Detection Framework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C9DBC-5603-D746-476B-641BE9B131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277" y="3864077"/>
            <a:ext cx="9469336" cy="2467897"/>
          </a:xfrm>
        </p:spPr>
        <p:txBody>
          <a:bodyPr>
            <a:normAutofit/>
          </a:bodyPr>
          <a:lstStyle/>
          <a:p>
            <a:r>
              <a:rPr lang="en-IN" dirty="0"/>
              <a:t>SEC-7</a:t>
            </a:r>
          </a:p>
          <a:p>
            <a:r>
              <a:rPr lang="en-IN" dirty="0"/>
              <a:t>Team members:</a:t>
            </a:r>
          </a:p>
          <a:p>
            <a:r>
              <a:rPr lang="en-IN" dirty="0"/>
              <a:t>Sahasra 2510030377</a:t>
            </a:r>
          </a:p>
          <a:p>
            <a:r>
              <a:rPr lang="en-IN" dirty="0"/>
              <a:t>Ashwini 2510030402</a:t>
            </a:r>
          </a:p>
          <a:p>
            <a:r>
              <a:rPr lang="en-IN" dirty="0"/>
              <a:t>Manisha 2510030255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ED0F4-FCEE-E054-C8AD-6F4BC4698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64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AC664-84F7-4CBF-18E5-AEF27DC0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Roles: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40DA-A062-9C69-1030-D21D7A34D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20" y="1140542"/>
            <a:ext cx="10087896" cy="5107858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MANISHA: Presentation Lead</a:t>
            </a:r>
          </a:p>
          <a:p>
            <a:pPr marL="0" indent="0">
              <a:buNone/>
            </a:pPr>
            <a:r>
              <a:rPr lang="en-IN" dirty="0"/>
              <a:t> Prepares the project presentation (PPT) and explains the project during reviews or the final presentation . Ensures the presentation is clear, well-organized, and effectively communicates the project's objectives and results.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SAHASRA: Researcher</a:t>
            </a:r>
            <a:br>
              <a:rPr lang="en-IN" dirty="0"/>
            </a:br>
            <a:r>
              <a:rPr lang="en-IN" dirty="0"/>
              <a:t>Collects information related to the project topic.</a:t>
            </a:r>
            <a:br>
              <a:rPr lang="en-IN" dirty="0"/>
            </a:br>
            <a:r>
              <a:rPr lang="en-IN" dirty="0"/>
              <a:t>Studies existing methods, tools, and technologies to help the team develop the project.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ASHWINI: Tester &amp; Documentation</a:t>
            </a:r>
            <a:br>
              <a:rPr lang="en-IN" dirty="0"/>
            </a:br>
            <a:r>
              <a:rPr lang="en-IN" dirty="0"/>
              <a:t>Tests the project to identify and report errors.</a:t>
            </a:r>
            <a:br>
              <a:rPr lang="en-IN" dirty="0"/>
            </a:br>
            <a:r>
              <a:rPr lang="en-IN" dirty="0"/>
              <a:t>Prepares the project report, user manual, and presentation documentation.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5EC09-5D92-8E2E-7402-9EBA3E584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10391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62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672C-E4A0-F864-F272-012B99A51E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761" y="1"/>
            <a:ext cx="9321852" cy="1150374"/>
          </a:xfrm>
        </p:spPr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635799-9A9F-6049-24B0-109717015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109" y="1386349"/>
            <a:ext cx="11532568" cy="5471652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A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Near-Duplicate Document Detection Framework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is a system that identifies duplicate and nearly identical documents using techniques like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Minhas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and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Locality Sensitive Hashing (LSH)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It helps reduce redundant storage, improve search quality, and efficiently manage large collections of text documents.</a:t>
            </a:r>
          </a:p>
          <a:p>
            <a:r>
              <a:rPr lang="en-IN" dirty="0">
                <a:solidFill>
                  <a:schemeClr val="tx1">
                    <a:lumMod val="95000"/>
                  </a:schemeClr>
                </a:solidFill>
              </a:rPr>
              <a:t> It is widely used in </a:t>
            </a:r>
            <a:r>
              <a:rPr lang="en-IN" b="1" dirty="0">
                <a:solidFill>
                  <a:schemeClr val="tx1">
                    <a:lumMod val="95000"/>
                  </a:schemeClr>
                </a:solidFill>
              </a:rPr>
              <a:t>search engines, cloud storage, and content management systems</a:t>
            </a:r>
            <a:r>
              <a:rPr lang="en-IN" dirty="0"/>
              <a:t>.</a:t>
            </a:r>
          </a:p>
          <a:p>
            <a:r>
              <a:rPr lang="en-IN" sz="3600" dirty="0"/>
              <a:t>Objectives:</a:t>
            </a:r>
            <a:br>
              <a:rPr lang="en-IN" dirty="0"/>
            </a:br>
            <a:r>
              <a:rPr lang="en-IN" dirty="0"/>
              <a:t>To develop a system that can identify duplicate documents accurately.</a:t>
            </a:r>
            <a:br>
              <a:rPr lang="en-IN" dirty="0"/>
            </a:br>
            <a:r>
              <a:rPr lang="en-IN" dirty="0"/>
              <a:t>To reduce manual effort by automating the document verification process.</a:t>
            </a:r>
            <a:br>
              <a:rPr lang="en-IN" dirty="0"/>
            </a:br>
            <a:r>
              <a:rPr lang="en-IN" dirty="0"/>
              <a:t>To improve the accuracy and efficiency of document management.</a:t>
            </a:r>
            <a:br>
              <a:rPr lang="en-IN" dirty="0"/>
            </a:br>
            <a:r>
              <a:rPr lang="en-IN" dirty="0"/>
              <a:t>To minimize duplicate records and maintain organized document storage.</a:t>
            </a:r>
            <a:br>
              <a:rPr lang="en-IN" dirty="0"/>
            </a:br>
            <a:r>
              <a:rPr lang="en-IN" dirty="0"/>
              <a:t>To save time by quickly comparing and detecting similar documents.</a:t>
            </a:r>
            <a:br>
              <a:rPr lang="en-IN" dirty="0"/>
            </a:br>
            <a:r>
              <a:rPr lang="en-IN" dirty="0"/>
              <a:t>To provide a simple and user-friendly interface for uploading and checking documents.</a:t>
            </a:r>
            <a:br>
              <a:rPr lang="en-IN" dirty="0"/>
            </a:br>
            <a:r>
              <a:rPr lang="en-IN" dirty="0"/>
              <a:t>To improve data quality by reducing redundancy and preventing duplicate entries.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318DC-6235-9450-2E09-480A12D83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151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2849-370A-DD61-57EC-80B19693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outcome: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474A8-C7AA-A7FC-123C-635059D2A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1" y="1853248"/>
            <a:ext cx="10717160" cy="4395151"/>
          </a:xfrm>
        </p:spPr>
        <p:txBody>
          <a:bodyPr/>
          <a:lstStyle/>
          <a:p>
            <a:r>
              <a:rPr lang="en-IN" b="1" dirty="0"/>
              <a:t>Project Outcome</a:t>
            </a:r>
          </a:p>
          <a:p>
            <a:r>
              <a:rPr lang="en-IN" dirty="0"/>
              <a:t>The project successfully detects duplicate and near-duplicate documents using </a:t>
            </a:r>
            <a:r>
              <a:rPr lang="en-IN" b="1" dirty="0"/>
              <a:t>Minhas</a:t>
            </a:r>
            <a:r>
              <a:rPr lang="en-IN" dirty="0"/>
              <a:t> and </a:t>
            </a:r>
            <a:r>
              <a:rPr lang="en-IN" b="1" dirty="0"/>
              <a:t>LSH</a:t>
            </a:r>
            <a:r>
              <a:rPr lang="en-IN" dirty="0"/>
              <a:t> algorithms. It:</a:t>
            </a:r>
          </a:p>
          <a:p>
            <a:pPr lvl="0"/>
            <a:r>
              <a:rPr lang="en-IN" dirty="0"/>
              <a:t>Reduces redundant storage by eliminating duplicate content. </a:t>
            </a:r>
          </a:p>
          <a:p>
            <a:pPr lvl="0"/>
            <a:r>
              <a:rPr lang="en-IN" dirty="0"/>
              <a:t>Improves search quality by removing repeated documents. </a:t>
            </a:r>
          </a:p>
          <a:p>
            <a:pPr lvl="0"/>
            <a:r>
              <a:rPr lang="en-IN" dirty="0"/>
              <a:t>Speeds up document retrieval through efficient indexing. </a:t>
            </a:r>
          </a:p>
          <a:p>
            <a:pPr lvl="0"/>
            <a:r>
              <a:rPr lang="en-IN" dirty="0"/>
              <a:t>Enhances content management and organization. </a:t>
            </a:r>
          </a:p>
          <a:p>
            <a:pPr lvl="0"/>
            <a:r>
              <a:rPr lang="en-IN" dirty="0"/>
              <a:t>Generates duplicate reports for easy analysis.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BE9E0-84C3-1780-7CE2-5479E0571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387F-AF2E-EA91-4865-F84047CC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to society: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0AEB1-B7C6-4BC1-E36C-40C99645B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46" y="1444336"/>
            <a:ext cx="9644608" cy="480406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Education:</a:t>
            </a:r>
            <a:r>
              <a:rPr lang="en-IN" dirty="0"/>
              <a:t> Prevents plagiarism and detects copied assignments or research papers. </a:t>
            </a:r>
          </a:p>
          <a:p>
            <a:pPr lvl="0"/>
            <a:r>
              <a:rPr lang="en-IN" b="1" dirty="0"/>
              <a:t>Healthcare:</a:t>
            </a:r>
            <a:r>
              <a:rPr lang="en-IN" dirty="0"/>
              <a:t> Removes duplicate patient records, improving data accuracy. </a:t>
            </a:r>
          </a:p>
          <a:p>
            <a:pPr lvl="0"/>
            <a:r>
              <a:rPr lang="en-IN" b="1" dirty="0"/>
              <a:t>Government:</a:t>
            </a:r>
            <a:r>
              <a:rPr lang="en-IN" dirty="0"/>
              <a:t> Eliminates duplicate documents in public databases and records. </a:t>
            </a:r>
          </a:p>
          <a:p>
            <a:pPr lvl="0"/>
            <a:r>
              <a:rPr lang="en-IN" b="1" dirty="0"/>
              <a:t>Digital Libraries:</a:t>
            </a:r>
            <a:r>
              <a:rPr lang="en-IN" dirty="0"/>
              <a:t> Organizes books, articles, and journals by removing duplicate copies. </a:t>
            </a:r>
          </a:p>
          <a:p>
            <a:pPr lvl="0"/>
            <a:r>
              <a:rPr lang="en-IN" b="1" dirty="0"/>
              <a:t>Search Engines:</a:t>
            </a:r>
            <a:r>
              <a:rPr lang="en-IN" dirty="0"/>
              <a:t> Improves search results by filtering duplicate web pages. </a:t>
            </a:r>
          </a:p>
          <a:p>
            <a:pPr lvl="0"/>
            <a:r>
              <a:rPr lang="en-IN" b="1" dirty="0"/>
              <a:t>Social Media:</a:t>
            </a:r>
            <a:r>
              <a:rPr lang="en-IN" dirty="0"/>
              <a:t> Detects and reduces repeated or spam content. </a:t>
            </a:r>
          </a:p>
          <a:p>
            <a:pPr lvl="0"/>
            <a:r>
              <a:rPr lang="en-IN" b="1" dirty="0"/>
              <a:t>Businesses:</a:t>
            </a:r>
            <a:r>
              <a:rPr lang="en-IN" dirty="0"/>
              <a:t> Saves storage space and improves document management. </a:t>
            </a:r>
          </a:p>
          <a:p>
            <a:pPr lvl="0"/>
            <a:r>
              <a:rPr lang="en-IN" b="1" dirty="0"/>
              <a:t>News Platforms:</a:t>
            </a:r>
            <a:r>
              <a:rPr lang="en-IN" dirty="0"/>
              <a:t> Identifies duplicate news articles from different sources.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CC1950-49C4-8853-8ADC-75E776E97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27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8F94-E02D-6D34-FB3E-1EC4AEC2E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BBA5-4370-62E8-D96C-8675712A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4491AE-F767-7D2A-F294-37D670C5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1986EE-ABCE-634B-C92B-B8DCE91E776B}"/>
              </a:ext>
            </a:extLst>
          </p:cNvPr>
          <p:cNvSpPr txBox="1"/>
          <p:nvPr/>
        </p:nvSpPr>
        <p:spPr>
          <a:xfrm>
            <a:off x="2018434" y="783651"/>
            <a:ext cx="617739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200" dirty="0" err="1">
                <a:solidFill>
                  <a:schemeClr val="tx2">
                    <a:lumMod val="10000"/>
                  </a:schemeClr>
                </a:solidFill>
              </a:rPr>
              <a:t>Github</a:t>
            </a:r>
            <a:r>
              <a:rPr lang="en-IN" sz="4200" dirty="0">
                <a:solidFill>
                  <a:schemeClr val="tx2">
                    <a:lumMod val="10000"/>
                  </a:schemeClr>
                </a:solidFill>
              </a:rPr>
              <a:t> link:</a:t>
            </a:r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2EB5DF-B8CC-0A86-2636-DB1215007181}"/>
              </a:ext>
            </a:extLst>
          </p:cNvPr>
          <p:cNvSpPr txBox="1"/>
          <p:nvPr/>
        </p:nvSpPr>
        <p:spPr>
          <a:xfrm>
            <a:off x="2714626" y="1853248"/>
            <a:ext cx="6177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ighlight>
                  <a:srgbClr val="000000"/>
                </a:highlight>
              </a:rPr>
              <a:t>https://github.com/sahasrar1130-arch/Near-Duplicate-Document-Detection-Framework</a:t>
            </a:r>
          </a:p>
          <a:p>
            <a:endParaRPr lang="en-IN" sz="2000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956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2D51-FA52-A996-8D2B-97ACFE6AC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FA441-9EA6-2C39-58DF-7AD4309AF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F7E69-1318-CF55-14F4-AA9C2C621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0" y="0"/>
            <a:ext cx="12181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937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DSA_PROJECT</Template>
  <TotalTime>151</TotalTime>
  <Words>437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Title: Near-Duplicate Document Detection Framework</vt:lpstr>
      <vt:lpstr>Roles:</vt:lpstr>
      <vt:lpstr>Introduction:</vt:lpstr>
      <vt:lpstr>Project outcome:</vt:lpstr>
      <vt:lpstr>Applications to society:</vt:lpstr>
      <vt:lpstr>PowerPoint Presentation</vt:lpstr>
      <vt:lpstr>Reference: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sahasra</dc:creator>
  <cp:lastModifiedBy>r sahasra</cp:lastModifiedBy>
  <cp:revision>1</cp:revision>
  <dcterms:created xsi:type="dcterms:W3CDTF">2026-07-31T16:39:18Z</dcterms:created>
  <dcterms:modified xsi:type="dcterms:W3CDTF">2026-08-08T17:15:51Z</dcterms:modified>
</cp:coreProperties>
</file>