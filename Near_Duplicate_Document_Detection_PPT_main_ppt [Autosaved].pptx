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B48"/>
                </a:solidFill>
              </a:defRPr>
            </a:pPr>
            <a:r>
              <a:t>Near-Duplicate Document</a:t>
            </a:r>
            <a:br/>
            <a:r>
              <a:t>Detection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66BE"/>
                </a:solidFill>
              </a:defRPr>
            </a:pPr>
            <a:r>
              <a:t>DSA Project • SEC-7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886200"/>
            <a:ext cx="73152" cy="123444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03250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Sahasra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453128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2510030377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86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886200"/>
            <a:ext cx="73152" cy="123444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403250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Ashwini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453128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2510030402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86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3886200"/>
            <a:ext cx="73152" cy="123444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403250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Manisha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453128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2510030255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96596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Large collections may contain documents that are copied or only slightly changed. Manual comparison is slow and difficult at scale. The project provides an automated similarity-based approach for identifying near-duplicate text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73152" cy="196596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72184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92807"/>
            <a:ext cx="49834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1. Clean and normalize document text.</a:t>
            </a:r>
            <a:br/>
            <a:r>
              <a:t>2. Convert text into k-word shingles.</a:t>
            </a:r>
            <a:br/>
            <a:r>
              <a:t>3. Generate compact MinHash signatures.</a:t>
            </a:r>
            <a:br/>
            <a:r>
              <a:t>4. Estimate pairwise similarity.</a:t>
            </a:r>
            <a:br/>
            <a:r>
              <a:t>5. Classify pairs using a configurable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73152" cy="150876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8039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2452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Multiple .txt documents placed in the data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73152" cy="150876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8039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2452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Preprocessing → Shingling → MinHash → Similarity.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3657600"/>
            <a:ext cx="73152" cy="1508760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380390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22452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Pairwise similarity percentage and CSV result.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Literature Review &amp;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240280" cy="54864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435607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325880"/>
            <a:ext cx="3977639" cy="54864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1435607"/>
            <a:ext cx="3794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Main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325880"/>
            <a:ext cx="4800600" cy="54864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435607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Limitation /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2240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84248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SIFT / SURF / ORB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874519"/>
            <a:ext cx="3977639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84248"/>
            <a:ext cx="37947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Feature-based similarity for modified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874519"/>
            <a:ext cx="4800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984248"/>
            <a:ext cx="4617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Transformations can make detection difficult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79"/>
            <a:ext cx="2240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3035808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MinHash / 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926079"/>
            <a:ext cx="3977639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3035808"/>
            <a:ext cx="37947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Efficient similarity for large collections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926079"/>
            <a:ext cx="4800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3035808"/>
            <a:ext cx="4617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Requires suitable representation and indexing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2240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4087368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LCS / fingerprinting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3977639"/>
            <a:ext cx="3977639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1800" y="4087368"/>
            <a:ext cx="37947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High precision and recall for duplicate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977639"/>
            <a:ext cx="4800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087368"/>
            <a:ext cx="4617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LCS can be computationally expensive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57800"/>
            <a:ext cx="10881360" cy="1010412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" y="5335524"/>
            <a:ext cx="73152" cy="7772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54041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Research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824728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Accuracy, computational cost and scalability must be balanced. The implemented project focuses on a lightweight, modular MinHash pipeline for text documents.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Developed Methodology —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975104"/>
            <a:ext cx="438912" cy="438912"/>
          </a:xfrm>
          <a:prstGeom prst="ellipse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455164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Document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365" y="2754460"/>
            <a:ext cx="713231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Read .txt 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04288" y="1975104"/>
            <a:ext cx="438912" cy="438912"/>
          </a:xfrm>
          <a:prstGeom prst="ellipse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4288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1762" y="2455164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2766" y="2702398"/>
            <a:ext cx="152958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Lowercase, remove</a:t>
            </a:r>
            <a:br>
              <a:rPr lang="en-IN" dirty="0"/>
            </a:br>
            <a:r>
              <a:rPr dirty="0"/>
              <a:t> punctuation, tokenize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03320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6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968496" y="1975104"/>
            <a:ext cx="438912" cy="438912"/>
          </a:xfrm>
          <a:prstGeom prst="ellipse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68496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3114" y="2496658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Shingling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2784349"/>
            <a:ext cx="713231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Create 3-word shingles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67528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95544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632704" y="1975104"/>
            <a:ext cx="438912" cy="438912"/>
          </a:xfrm>
          <a:prstGeom prst="ellipse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32704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2491740"/>
            <a:ext cx="9412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Min</a:t>
            </a:r>
            <a:r>
              <a:rPr lang="en-IN" dirty="0"/>
              <a:t> </a:t>
            </a:r>
            <a:r>
              <a:rPr dirty="0"/>
              <a:t>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0797" y="2734057"/>
            <a:ext cx="140775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Generate 100-value </a:t>
            </a:r>
            <a:br>
              <a:rPr lang="en-IN" dirty="0"/>
            </a:br>
            <a:r>
              <a:rPr dirty="0"/>
              <a:t>signature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31736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59752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96912" y="1975104"/>
            <a:ext cx="438912" cy="438912"/>
          </a:xfrm>
          <a:prstGeom prst="ellipse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96912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9451" y="2457130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Similarity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8444" y="2733230"/>
            <a:ext cx="713231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Compare signatures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95944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23960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61120" y="1975104"/>
            <a:ext cx="438912" cy="438912"/>
          </a:xfrm>
          <a:prstGeom prst="ellipse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0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0130" y="2454377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5533" y="2702398"/>
            <a:ext cx="713231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≥70% → Near-Duplicate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360152" y="2743200"/>
            <a:ext cx="146304" cy="0"/>
          </a:xfrm>
          <a:prstGeom prst="line">
            <a:avLst/>
          </a:prstGeom>
          <a:ln w="25400">
            <a:solidFill>
              <a:srgbClr val="5C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488168" y="182880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625328" y="1975104"/>
            <a:ext cx="438912" cy="438912"/>
          </a:xfrm>
          <a:prstGeom prst="ellipse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25328" y="200253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1529" y="2483773"/>
            <a:ext cx="71323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B48"/>
                </a:solidFill>
              </a:defRPr>
            </a:pPr>
            <a:r>
              <a:rPr dirty="0"/>
              <a:t>CSV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6456" y="2702398"/>
            <a:ext cx="713231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3"/>
                </a:solidFill>
              </a:defRPr>
            </a:pPr>
            <a:r>
              <a:rPr dirty="0"/>
              <a:t>Save all pairwise results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251960"/>
            <a:ext cx="8503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28800" y="4251960"/>
            <a:ext cx="73152" cy="114300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29968" y="4398264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Core parameters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9968" y="481888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Shingle size k = 3 words  •  MinHash functions = 100  •  Classification threshold = 70%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Novelty of the Developed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1. End-to-end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Combines preprocessing, word shingling, MinHash signature generation, similarity estimation and classification in one runnable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2. Lightweight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Uses standard Python modules and a compact signature instead of comparing every full document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182880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47218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3. Modular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92807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Each stage is separated into its own Python file, making the framework easier to test, explain and extend.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65760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657600"/>
            <a:ext cx="73152" cy="1417320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29968" y="380390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Configurable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22452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k, number of hash functions and decision threshold can be changed without redesigning the full project.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73152" cy="1417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80390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Practical novelty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22452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A simple, reproducible workflow aimed at fast near-duplicate screening of text-document collections.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Adaptability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Input adaptability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Works with any collection of plain-text (.txt) documents following the same input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874519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Parameter adaptability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7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Change shingle size, number of MinHash hashes and similarity threshold for different use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1874519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47218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Software adaptability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92807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Python modules are independent, so preprocessing, hashing or classification can be upgraded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73152" cy="1508760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4962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Scalability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70248"/>
            <a:ext cx="49377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MinHash signatures are compact representations. For larger collections, the framework can be extended with indexing or candidate filtering.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703320"/>
            <a:ext cx="73152" cy="150876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849624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Future extensions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70248"/>
            <a:ext cx="49834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Support PDF/DOCX extraction, larger datasets, TF-IDF or hybrid similarity, and indexed candidate search.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B48"/>
                </a:solidFill>
                <a:latin typeface="Aptos Display"/>
              </a:rPr>
              <a:t>Methodology Evaluation — Actual Test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4754880" cy="50292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3502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Document pair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234440"/>
            <a:ext cx="2377440" cy="50292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0" y="133502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Similarity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234440"/>
            <a:ext cx="3108960" cy="502920"/>
          </a:xfrm>
          <a:prstGeom prst="rect">
            <a:avLst/>
          </a:prstGeom>
          <a:solidFill>
            <a:srgbClr val="192B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335024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document1 ↔ document2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7373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41.00%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87452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Different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33172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document1 ↔ document3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33172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0.00%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3172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246888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Different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92608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063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document1 ↔ document4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92608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0" y="3063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100.00%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92608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06324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A8752"/>
                </a:solidFill>
              </a:defRPr>
            </a:pPr>
            <a:r>
              <a:t>Near-Duplicate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52044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document2 ↔ document3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52044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36576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0.00%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52044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365760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Different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11480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251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document2 ↔ document4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11480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0" y="42519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41.00%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11480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425196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Different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709160"/>
            <a:ext cx="4754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4846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document3 ↔ document4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7091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60720" y="4846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0.00%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709160"/>
            <a:ext cx="3108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0" y="484632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</a:defRPr>
            </a:pPr>
            <a:r>
              <a:t>Different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0097" y="5426964"/>
            <a:ext cx="9692640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87853" y="5440680"/>
            <a:ext cx="99699" cy="918972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15568" y="558698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Evaluation 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855" y="5870448"/>
            <a:ext cx="932688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rPr dirty="0"/>
              <a:t>The identical pair document1/document4 reached 100%, while the different test document3 reached 0%. The 70% threshold correctly separates these test cases.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Project Structure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Folder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Near-Duplicate-Document-Detection-Framework/</a:t>
            </a:r>
            <a:br/>
            <a:br/>
            <a:r>
              <a:t>data/</a:t>
            </a:r>
            <a:br/>
            <a:r>
              <a:t>  document1.txt … document4.txt</a:t>
            </a:r>
            <a:br/>
            <a:br/>
            <a:r>
              <a:t>src/</a:t>
            </a:r>
            <a:br/>
            <a:r>
              <a:t>  preprocessing.py</a:t>
            </a:r>
            <a:br/>
            <a:r>
              <a:t>  shingling.py</a:t>
            </a:r>
            <a:br/>
            <a:r>
              <a:t>  minhash.py</a:t>
            </a:r>
            <a:br/>
            <a:r>
              <a:t>  similarity.py</a:t>
            </a:r>
            <a:br/>
            <a:r>
              <a:t>  main.py</a:t>
            </a:r>
            <a:br/>
            <a:br/>
            <a:r>
              <a:t>results/</a:t>
            </a:r>
            <a:br/>
            <a:r>
              <a:t>  similarity_results.csv</a:t>
            </a:r>
            <a:br/>
            <a:br/>
            <a:r>
              <a:t>requirements.txt</a:t>
            </a:r>
            <a:br/>
            <a:r>
              <a:t>README.md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73152" cy="123444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380744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preprocessing.py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01368"/>
            <a:ext cx="4983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Cleans text and converts it into a list of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651760"/>
            <a:ext cx="73152" cy="123444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798064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shingling.py + minhash.py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18688"/>
            <a:ext cx="4983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Creates k-word shingles and compact MinHash signatures.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6908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4069080"/>
            <a:ext cx="73152" cy="1234440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4215384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similarity.py + main.py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636008"/>
            <a:ext cx="4983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Estimates similarity, classifies pairs and writes the CSV result.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Dissemination, Accessibility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146304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26463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Accessible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The project is organized as readable Python source files and can be run from an Anaconda environment using a simple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73152" cy="146304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11810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Result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All pairwise comparisons are saved in similarity_results.csv for easy inspection, reporting and demonstration.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73152" cy="146304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26463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Plagiarism and copied assignments.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801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73152" cy="1463040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426463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Healthcare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8470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Duplicate record screening.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7180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73152" cy="1463040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118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Government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387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Duplicate document records.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97180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971800"/>
            <a:ext cx="73152" cy="146304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62288" y="3118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Digital libraries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5387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Duplicate content organization.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6344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663440"/>
            <a:ext cx="73152" cy="8686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480974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230368"/>
            <a:ext cx="4846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sahasrar1130-arch/Near-Duplicate-Document-Detection-Framework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8"/>
                </a:solidFill>
                <a:latin typeface="Aptos Display"/>
              </a:rPr>
              <a:t>Conclusion &amp; Presentation / Demo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874519"/>
          </a:xfrm>
          <a:prstGeom prst="rect">
            <a:avLst/>
          </a:prstGeom>
          <a:solidFill>
            <a:srgbClr val="2A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The developed framework automates near-duplicate text-document detection using word shingles and MinHash. It produces similarity scores, decisions and a CSV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73152" cy="1874519"/>
          </a:xfrm>
          <a:prstGeom prst="rect">
            <a:avLst/>
          </a:prstGeom>
          <a:solidFill>
            <a:srgbClr val="2D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807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What to demonstrate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1. Show the project folders.</a:t>
            </a:r>
            <a:br/>
            <a:r>
              <a:t>2. Run: python src\main.py</a:t>
            </a:r>
            <a:br/>
            <a:r>
              <a:t>3. Show the 100% near-duplicate result.</a:t>
            </a:r>
            <a:br/>
            <a:r>
              <a:t>4. Open similarity_results.csv.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73152" cy="1508760"/>
          </a:xfrm>
          <a:prstGeom prst="rect">
            <a:avLst/>
          </a:prstGeom>
          <a:solidFill>
            <a:srgbClr val="1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666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Key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873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Simple, modular and reproducible.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20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520440"/>
            <a:ext cx="73152" cy="1508760"/>
          </a:xfrm>
          <a:prstGeom prst="rect">
            <a:avLst/>
          </a:prstGeom>
          <a:solidFill>
            <a:srgbClr val="D6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666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Current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873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Plain-text input and basic MinHash thresholding.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204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3520440"/>
            <a:ext cx="73152" cy="150876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36667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B48"/>
                </a:solidFill>
              </a:defRPr>
            </a:pPr>
            <a: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087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573"/>
                </a:solidFill>
              </a:defRPr>
            </a:pPr>
            <a:r>
              <a:t>PDF/DOCX extraction, hybrid similarity and indexed search.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2882" y="5440680"/>
            <a:ext cx="18157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2B48"/>
                </a:solidFill>
              </a:defRPr>
            </a:pPr>
            <a:r>
              <a:rPr dirty="0"/>
              <a:t>Thank You </a:t>
            </a:r>
            <a:r>
              <a:rPr lang="en-IN" dirty="0"/>
              <a:t>…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3"/>
                </a:solidFill>
              </a:defRPr>
            </a:pPr>
            <a:r>
              <a:t>Near-Duplicate Document Detection Framework  •  SEC-7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941</Words>
  <Application>Microsoft Office PowerPoint</Application>
  <PresentationFormat>Widescreen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SAHASRA</dc:creator>
  <cp:keywords/>
  <dc:description>generated using python-pptx</dc:description>
  <cp:lastModifiedBy>r sahasra</cp:lastModifiedBy>
  <cp:revision>4</cp:revision>
  <dcterms:created xsi:type="dcterms:W3CDTF">2013-01-27T09:14:16Z</dcterms:created>
  <dcterms:modified xsi:type="dcterms:W3CDTF">2026-09-16T08:04:09Z</dcterms:modified>
  <cp:category/>
</cp:coreProperties>
</file>