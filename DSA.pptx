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8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8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78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4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29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25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5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274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205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33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88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73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893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3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444CD6D-D9EC-4D79-B253-D7528615AE8F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707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F0C9-3239-8A29-B1A1-ABE2E60A1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42" y="698091"/>
            <a:ext cx="11523405" cy="2730910"/>
          </a:xfrm>
        </p:spPr>
        <p:txBody>
          <a:bodyPr/>
          <a:lstStyle/>
          <a:p>
            <a:r>
              <a:rPr lang="en-IN" sz="4400" b="1" dirty="0"/>
              <a:t>Title:</a:t>
            </a:r>
            <a:br>
              <a:rPr lang="en-IN" sz="4400" b="1" dirty="0"/>
            </a:br>
            <a:r>
              <a:rPr lang="en-IN" sz="4400" b="1" dirty="0"/>
              <a:t>Near-Duplicate Document Detection Framework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C9DBC-5603-D746-476B-641BE9B13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3864077"/>
            <a:ext cx="9469336" cy="2467897"/>
          </a:xfrm>
        </p:spPr>
        <p:txBody>
          <a:bodyPr>
            <a:normAutofit/>
          </a:bodyPr>
          <a:lstStyle/>
          <a:p>
            <a:r>
              <a:rPr lang="en-IN" dirty="0"/>
              <a:t>SEC-7</a:t>
            </a:r>
          </a:p>
          <a:p>
            <a:r>
              <a:rPr lang="en-IN" dirty="0"/>
              <a:t>Team members:</a:t>
            </a:r>
          </a:p>
          <a:p>
            <a:r>
              <a:rPr lang="en-IN" dirty="0"/>
              <a:t>Sahasra 2510030377</a:t>
            </a:r>
          </a:p>
          <a:p>
            <a:r>
              <a:rPr lang="en-IN" dirty="0"/>
              <a:t>Ashwini 2510030402</a:t>
            </a:r>
          </a:p>
          <a:p>
            <a:r>
              <a:rPr lang="en-IN" dirty="0"/>
              <a:t>Manisha 2510030255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ED0F4-FCEE-E054-C8AD-6F4BC469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6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C664-84F7-4CBF-18E5-AEF27DC0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40DA-A062-9C69-1030-D21D7A34D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20" y="1140542"/>
            <a:ext cx="10087896" cy="5107858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MANISHA: Presentation Lead</a:t>
            </a:r>
          </a:p>
          <a:p>
            <a:pPr marL="0" indent="0">
              <a:buNone/>
            </a:pPr>
            <a:r>
              <a:rPr lang="en-IN" dirty="0"/>
              <a:t> Prepares the project presentation (PPT) and explains the project during reviews or the final presentation . Ensures the presentation is clear, well-organized, and effectively communicates the project's objectives and results.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SAHASRA: Researcher</a:t>
            </a:r>
            <a:br>
              <a:rPr lang="en-IN" dirty="0"/>
            </a:br>
            <a:r>
              <a:rPr lang="en-IN" dirty="0"/>
              <a:t>Collects information related to the project topic.</a:t>
            </a:r>
            <a:br>
              <a:rPr lang="en-IN" dirty="0"/>
            </a:br>
            <a:r>
              <a:rPr lang="en-IN" dirty="0"/>
              <a:t>Studies existing methods, tools, and technologies to help the team develop the project.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ASHWINI: Tester &amp; Documentation</a:t>
            </a:r>
            <a:br>
              <a:rPr lang="en-IN" dirty="0"/>
            </a:br>
            <a:r>
              <a:rPr lang="en-IN" dirty="0"/>
              <a:t>Tests the project to identify and report errors.</a:t>
            </a:r>
            <a:br>
              <a:rPr lang="en-IN" dirty="0"/>
            </a:br>
            <a:r>
              <a:rPr lang="en-IN" dirty="0"/>
              <a:t>Prepares the project report, user manual, and presentation documentation.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EC09-5D92-8E2E-7402-9EBA3E58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10391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017B96-1278-77CA-E386-7940937D8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2"/>
            <a:ext cx="12188761" cy="683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672C-E4A0-F864-F272-012B99A51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761" y="1"/>
            <a:ext cx="9321852" cy="1150374"/>
          </a:xfrm>
        </p:spPr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5799-9A9F-6049-24B0-109717015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09" y="1386349"/>
            <a:ext cx="11532568" cy="5471652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Near-Duplicate Document Detection Framework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is a system that identifies duplicate and nearly identical documents using techniques like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Minhas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and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Locality Sensitive Hashing (LSH)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It helps reduce redundant storage, improve search quality, and efficiently manage large collections of text documents.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It is widely used in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search engines, cloud storage, and content management systems</a:t>
            </a:r>
            <a:r>
              <a:rPr lang="en-IN" dirty="0"/>
              <a:t>.</a:t>
            </a:r>
          </a:p>
          <a:p>
            <a:r>
              <a:rPr lang="en-IN" sz="3600" dirty="0"/>
              <a:t>Objectives:</a:t>
            </a:r>
            <a:br>
              <a:rPr lang="en-IN" dirty="0"/>
            </a:br>
            <a:r>
              <a:rPr lang="en-IN" dirty="0"/>
              <a:t>To develop a system that can identify duplicate documents accurately.</a:t>
            </a:r>
            <a:br>
              <a:rPr lang="en-IN" dirty="0"/>
            </a:br>
            <a:r>
              <a:rPr lang="en-IN" dirty="0"/>
              <a:t>To reduce manual effort by automating the document verification process.</a:t>
            </a:r>
            <a:br>
              <a:rPr lang="en-IN" dirty="0"/>
            </a:br>
            <a:r>
              <a:rPr lang="en-IN" dirty="0"/>
              <a:t>To improve the accuracy and efficiency of document management.</a:t>
            </a:r>
            <a:br>
              <a:rPr lang="en-IN" dirty="0"/>
            </a:br>
            <a:r>
              <a:rPr lang="en-IN" dirty="0"/>
              <a:t>To minimize duplicate records and maintain organized document storage.</a:t>
            </a:r>
            <a:br>
              <a:rPr lang="en-IN" dirty="0"/>
            </a:br>
            <a:r>
              <a:rPr lang="en-IN" dirty="0"/>
              <a:t>To save time by quickly comparing and detecting similar documents.</a:t>
            </a:r>
            <a:br>
              <a:rPr lang="en-IN" dirty="0"/>
            </a:br>
            <a:r>
              <a:rPr lang="en-IN" dirty="0"/>
              <a:t>To provide a simple and user-friendly interface for uploading and checking documents.</a:t>
            </a:r>
            <a:br>
              <a:rPr lang="en-IN" dirty="0"/>
            </a:br>
            <a:r>
              <a:rPr lang="en-IN" dirty="0"/>
              <a:t>To improve data quality by reducing redundancy and preventing duplicate entries.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318DC-6235-9450-2E09-480A12D8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0DBB6D-0029-F413-0EA2-442DC63F9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5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2849-370A-DD61-57EC-80B19693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outcome: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74A8-C7AA-A7FC-123C-635059D2A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1" y="1853248"/>
            <a:ext cx="10717160" cy="4395151"/>
          </a:xfrm>
        </p:spPr>
        <p:txBody>
          <a:bodyPr/>
          <a:lstStyle/>
          <a:p>
            <a:r>
              <a:rPr lang="en-IN" b="1" dirty="0"/>
              <a:t>Project Outcome</a:t>
            </a:r>
          </a:p>
          <a:p>
            <a:r>
              <a:rPr lang="en-IN" dirty="0"/>
              <a:t>The project successfully detects duplicate and near-duplicate documents using </a:t>
            </a:r>
            <a:r>
              <a:rPr lang="en-IN" b="1" dirty="0"/>
              <a:t>Minhas</a:t>
            </a:r>
            <a:r>
              <a:rPr lang="en-IN" dirty="0"/>
              <a:t> and </a:t>
            </a:r>
            <a:r>
              <a:rPr lang="en-IN" b="1" dirty="0"/>
              <a:t>LSH</a:t>
            </a:r>
            <a:r>
              <a:rPr lang="en-IN" dirty="0"/>
              <a:t> algorithms. It:</a:t>
            </a:r>
          </a:p>
          <a:p>
            <a:pPr lvl="0"/>
            <a:r>
              <a:rPr lang="en-IN" dirty="0"/>
              <a:t>Reduces redundant storage by eliminating duplicate content. </a:t>
            </a:r>
          </a:p>
          <a:p>
            <a:pPr lvl="0"/>
            <a:r>
              <a:rPr lang="en-IN" dirty="0"/>
              <a:t>Improves search quality by removing repeated documents. </a:t>
            </a:r>
          </a:p>
          <a:p>
            <a:pPr lvl="0"/>
            <a:r>
              <a:rPr lang="en-IN" dirty="0"/>
              <a:t>Speeds up document retrieval through efficient indexing. </a:t>
            </a:r>
          </a:p>
          <a:p>
            <a:pPr lvl="0"/>
            <a:r>
              <a:rPr lang="en-IN" dirty="0"/>
              <a:t>Enhances content management and organization. </a:t>
            </a:r>
          </a:p>
          <a:p>
            <a:pPr lvl="0"/>
            <a:r>
              <a:rPr lang="en-IN" dirty="0"/>
              <a:t>Generates duplicate reports for easy analysis.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BE9E0-84C3-1780-7CE2-5479E057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C8DA6A-EA15-2805-6699-DB6BA3879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387F-AF2E-EA91-4865-F84047CC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to society: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AEB1-B7C6-4BC1-E36C-40C99645B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46" y="1444336"/>
            <a:ext cx="9644608" cy="480406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Education:</a:t>
            </a:r>
            <a:r>
              <a:rPr lang="en-IN" dirty="0"/>
              <a:t> Prevents plagiarism and detects copied assignments or research papers. </a:t>
            </a:r>
          </a:p>
          <a:p>
            <a:pPr lvl="0"/>
            <a:r>
              <a:rPr lang="en-IN" b="1" dirty="0"/>
              <a:t>Healthcare:</a:t>
            </a:r>
            <a:r>
              <a:rPr lang="en-IN" dirty="0"/>
              <a:t> Removes duplicate patient records, improving data accuracy. </a:t>
            </a:r>
          </a:p>
          <a:p>
            <a:pPr lvl="0"/>
            <a:r>
              <a:rPr lang="en-IN" b="1" dirty="0"/>
              <a:t>Government:</a:t>
            </a:r>
            <a:r>
              <a:rPr lang="en-IN" dirty="0"/>
              <a:t> Eliminates duplicate documents in public databases and records. </a:t>
            </a:r>
          </a:p>
          <a:p>
            <a:pPr lvl="0"/>
            <a:r>
              <a:rPr lang="en-IN" b="1" dirty="0"/>
              <a:t>Digital Libraries:</a:t>
            </a:r>
            <a:r>
              <a:rPr lang="en-IN" dirty="0"/>
              <a:t> Organizes books, articles, and journals by removing duplicate copies. </a:t>
            </a:r>
          </a:p>
          <a:p>
            <a:pPr lvl="0"/>
            <a:r>
              <a:rPr lang="en-IN" b="1" dirty="0"/>
              <a:t>Search Engines:</a:t>
            </a:r>
            <a:r>
              <a:rPr lang="en-IN" dirty="0"/>
              <a:t> Improves search results by filtering duplicate web pages. </a:t>
            </a:r>
          </a:p>
          <a:p>
            <a:pPr lvl="0"/>
            <a:r>
              <a:rPr lang="en-IN" b="1" dirty="0"/>
              <a:t>Social Media:</a:t>
            </a:r>
            <a:r>
              <a:rPr lang="en-IN" dirty="0"/>
              <a:t> Detects and reduces repeated or spam content. </a:t>
            </a:r>
          </a:p>
          <a:p>
            <a:pPr lvl="0"/>
            <a:r>
              <a:rPr lang="en-IN" b="1" dirty="0"/>
              <a:t>Businesses:</a:t>
            </a:r>
            <a:r>
              <a:rPr lang="en-IN" dirty="0"/>
              <a:t> Saves storage space and improves document management. </a:t>
            </a:r>
          </a:p>
          <a:p>
            <a:pPr lvl="0"/>
            <a:r>
              <a:rPr lang="en-IN" b="1" dirty="0"/>
              <a:t>News Platforms:</a:t>
            </a:r>
            <a:r>
              <a:rPr lang="en-IN" dirty="0"/>
              <a:t> Identifies duplicate news articles from different sources.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C1950-49C4-8853-8ADC-75E776E9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E211B-5FF4-4604-0DA3-012511709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2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8F94-E02D-6D34-FB3E-1EC4AE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3D2BB6-E447-41D1-ABD0-3A607D36D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98" y="2583438"/>
            <a:ext cx="7735380" cy="3134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491AE-F767-7D2A-F294-37D670C5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1986EE-ABCE-634B-C92B-B8DCE91E776B}"/>
              </a:ext>
            </a:extLst>
          </p:cNvPr>
          <p:cNvSpPr txBox="1"/>
          <p:nvPr/>
        </p:nvSpPr>
        <p:spPr>
          <a:xfrm>
            <a:off x="2018434" y="783651"/>
            <a:ext cx="61773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00" dirty="0" err="1">
                <a:solidFill>
                  <a:schemeClr val="tx2">
                    <a:lumMod val="10000"/>
                  </a:schemeClr>
                </a:solidFill>
              </a:rPr>
              <a:t>Github</a:t>
            </a:r>
            <a:r>
              <a:rPr lang="en-IN" sz="4200" dirty="0">
                <a:solidFill>
                  <a:schemeClr val="tx2">
                    <a:lumMod val="10000"/>
                  </a:schemeClr>
                </a:solidFill>
              </a:rPr>
              <a:t> link: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EB5DF-B8CC-0A86-2636-DB1215007181}"/>
              </a:ext>
            </a:extLst>
          </p:cNvPr>
          <p:cNvSpPr txBox="1"/>
          <p:nvPr/>
        </p:nvSpPr>
        <p:spPr>
          <a:xfrm>
            <a:off x="2714626" y="1853248"/>
            <a:ext cx="6177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ighlight>
                  <a:srgbClr val="000000"/>
                </a:highlight>
              </a:rPr>
              <a:t>https://github.com/sahasrar1130-arch/Near-Duplicate-Document-Detection-Framework</a:t>
            </a:r>
          </a:p>
          <a:p>
            <a:endParaRPr lang="en-IN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654D0-8A11-58ED-D6A6-5AA06F29E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56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DSA_PROJECT</Template>
  <TotalTime>157</TotalTime>
  <Words>435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Title: Near-Duplicate Document Detection Framework</vt:lpstr>
      <vt:lpstr>Roles:</vt:lpstr>
      <vt:lpstr>Introduction:</vt:lpstr>
      <vt:lpstr>Project outcome:</vt:lpstr>
      <vt:lpstr>Applications to society: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sahasra</dc:creator>
  <cp:lastModifiedBy>r sahasra</cp:lastModifiedBy>
  <cp:revision>3</cp:revision>
  <dcterms:created xsi:type="dcterms:W3CDTF">2026-07-31T16:39:18Z</dcterms:created>
  <dcterms:modified xsi:type="dcterms:W3CDTF">2026-08-16T16:45:40Z</dcterms:modified>
</cp:coreProperties>
</file>